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79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001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Data-Driven Testing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383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355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0725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790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55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90725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790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3355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90725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790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355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0725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790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479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0" descr="/tmp/rasterized-gradient-3c90fc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598390"/>
            <a:ext cx="533400" cy="533400"/>
          </a:xfrm>
          <a:prstGeom prst="rect">
            <a:avLst/>
          </a:prstGeom>
          <a:effectLst>
            <a:outerShdw blurRad="114300" dist="38100" dir="5400000" algn="bl" rotWithShape="0">
              <a:srgbClr val="14B8A6">
                <a:alpha val="3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3165574" y="2691705"/>
            <a:ext cx="22649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36766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624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262677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386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3385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2291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386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3117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84799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386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117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84799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86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117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84799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720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2578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34000" y="259839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84453" y="2627858"/>
            <a:ext cx="5237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525" dirty="0"/>
          </a:p>
        </p:txBody>
      </p:sp>
      <p:sp>
        <p:nvSpPr>
          <p:cNvPr id="38" name="Text 35"/>
          <p:cNvSpPr/>
          <p:nvPr/>
        </p:nvSpPr>
        <p:spPr>
          <a:xfrm>
            <a:off x="5524500" y="2621310"/>
            <a:ext cx="315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334000" y="27793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57664" y="2786955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5457825" y="278025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TC-001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5334000" y="290319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357664" y="2910780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5457825" y="2904083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TC-002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5334000" y="302701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457825" y="302790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TC-003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62674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48" name="Image 1" descr="/tmp/rasterized-gradient-a34076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522190"/>
            <a:ext cx="952500" cy="6858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49" name="Text 45"/>
          <p:cNvSpPr/>
          <p:nvPr/>
        </p:nvSpPr>
        <p:spPr>
          <a:xfrm>
            <a:off x="6629400" y="2598390"/>
            <a:ext cx="121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776889" y="2605088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66294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6450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6450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375" dirty="0"/>
          </a:p>
        </p:txBody>
      </p:sp>
      <p:sp>
        <p:nvSpPr>
          <p:cNvPr id="54" name="Text 50"/>
          <p:cNvSpPr/>
          <p:nvPr/>
        </p:nvSpPr>
        <p:spPr>
          <a:xfrm>
            <a:off x="70485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70641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0641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375" dirty="0"/>
          </a:p>
        </p:txBody>
      </p:sp>
      <p:sp>
        <p:nvSpPr>
          <p:cNvPr id="57" name="Text 53"/>
          <p:cNvSpPr/>
          <p:nvPr/>
        </p:nvSpPr>
        <p:spPr>
          <a:xfrm>
            <a:off x="6629400" y="3055590"/>
            <a:ext cx="8001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2" descr="/tmp/rasterized-gradient-0ce1e8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55590"/>
            <a:ext cx="679996" cy="381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16287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825" dirty="0"/>
          </a:p>
        </p:txBody>
      </p:sp>
      <p:sp>
        <p:nvSpPr>
          <p:cNvPr id="60" name="Text 55"/>
          <p:cNvSpPr/>
          <p:nvPr/>
        </p:nvSpPr>
        <p:spPr>
          <a:xfrm>
            <a:off x="16287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Excel/CSV</a:t>
            </a:r>
            <a:endParaRPr lang="en-US" sz="675" dirty="0"/>
          </a:p>
        </p:txBody>
      </p:sp>
      <p:sp>
        <p:nvSpPr>
          <p:cNvPr id="61" name="Text 56"/>
          <p:cNvSpPr/>
          <p:nvPr/>
        </p:nvSpPr>
        <p:spPr>
          <a:xfrm>
            <a:off x="2926842" y="3474690"/>
            <a:ext cx="699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825" dirty="0"/>
          </a:p>
        </p:txBody>
      </p:sp>
      <p:sp>
        <p:nvSpPr>
          <p:cNvPr id="62" name="Text 57"/>
          <p:cNvSpPr/>
          <p:nvPr/>
        </p:nvSpPr>
        <p:spPr>
          <a:xfrm>
            <a:off x="2926842" y="3640336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675" dirty="0"/>
          </a:p>
        </p:txBody>
      </p:sp>
      <p:sp>
        <p:nvSpPr>
          <p:cNvPr id="63" name="Text 58"/>
          <p:cNvSpPr/>
          <p:nvPr/>
        </p:nvSpPr>
        <p:spPr>
          <a:xfrm>
            <a:off x="39528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Table</a:t>
            </a:r>
            <a:endParaRPr lang="en-US" sz="825" dirty="0"/>
          </a:p>
        </p:txBody>
      </p:sp>
      <p:sp>
        <p:nvSpPr>
          <p:cNvPr id="64" name="Text 59"/>
          <p:cNvSpPr/>
          <p:nvPr/>
        </p:nvSpPr>
        <p:spPr>
          <a:xfrm>
            <a:off x="39528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Accessible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52482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</a:t>
            </a:r>
            <a:endParaRPr lang="en-US" sz="825" dirty="0"/>
          </a:p>
        </p:txBody>
      </p:sp>
      <p:sp>
        <p:nvSpPr>
          <p:cNvPr id="66" name="Text 61"/>
          <p:cNvSpPr/>
          <p:nvPr/>
        </p:nvSpPr>
        <p:spPr>
          <a:xfrm>
            <a:off x="52482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</a:t>
            </a:r>
            <a:endParaRPr lang="en-US" sz="675" dirty="0"/>
          </a:p>
        </p:txBody>
      </p:sp>
      <p:sp>
        <p:nvSpPr>
          <p:cNvPr id="67" name="Text 62"/>
          <p:cNvSpPr/>
          <p:nvPr/>
        </p:nvSpPr>
        <p:spPr>
          <a:xfrm>
            <a:off x="65436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Report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65436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675" dirty="0"/>
          </a:p>
        </p:txBody>
      </p:sp>
      <p:sp>
        <p:nvSpPr>
          <p:cNvPr id="69" name="Text 64"/>
          <p:cNvSpPr/>
          <p:nvPr/>
        </p:nvSpPr>
        <p:spPr>
          <a:xfrm>
            <a:off x="285750" y="4762500"/>
            <a:ext cx="1872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Data Management Pipeline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43363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76488"/>
            <a:ext cx="31204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source is the Excel sheet data.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91941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2862263"/>
            <a:ext cx="52585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same Excel sheet which we use for executing test cases.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40518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3348038"/>
            <a:ext cx="5871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sheet or the Excel sheets will be sent to the translator programme.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38125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2410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Translator programme reads the data in the Excel sheet (all the rows and the columns) and creates a replica of that same data in a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 web table through which you can view the data that is in the database. The web table acts as a UI or a mirror of the data in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6384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581275"/>
            <a:ext cx="704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need to add a module in our automation framework to read the data from the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53754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formulas are directly copied from the Excel sheet to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DataSourceBox"/>
          <p:cNvSpPr/>
          <p:nvPr/>
        </p:nvSpPr>
        <p:spPr>
          <a:xfrm>
            <a:off x="571500" y="2000250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IconBar1"/>
          <p:cNvSpPr/>
          <p:nvPr/>
        </p:nvSpPr>
        <p:spPr>
          <a:xfrm>
            <a:off x="1085850" y="22288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IconBar2"/>
          <p:cNvSpPr/>
          <p:nvPr/>
        </p:nvSpPr>
        <p:spPr>
          <a:xfrm>
            <a:off x="1085850" y="23431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IconBar3"/>
          <p:cNvSpPr/>
          <p:nvPr/>
        </p:nvSpPr>
        <p:spPr>
          <a:xfrm>
            <a:off x="1085850" y="24574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ataSourceLabel"/>
          <p:cNvSpPr/>
          <p:nvPr/>
        </p:nvSpPr>
        <p:spPr>
          <a:xfrm>
            <a:off x="571500" y="2686050"/>
            <a:ext cx="1600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CSV/Excel</a:t>
            </a:r>
            <a:endParaRPr lang="en-US" sz="1000" dirty="0"/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8" name="MainLine"/>
          <p:cNvSpPr/>
          <p:nvPr/>
        </p:nvSpPr>
        <p:spPr>
          <a:xfrm>
            <a:off x="2171700" y="25717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Branch1"/>
          <p:cNvSpPr/>
          <p:nvPr/>
        </p:nvSpPr>
        <p:spPr>
          <a:xfrm>
            <a:off x="3086100" y="14859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Branch2"/>
          <p:cNvSpPr/>
          <p:nvPr/>
        </p:nvSpPr>
        <p:spPr>
          <a:xfrm>
            <a:off x="3086100" y="21145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7" name="Branch3"/>
          <p:cNvSpPr/>
          <p:nvPr/>
        </p:nvSpPr>
        <p:spPr>
          <a:xfrm>
            <a:off x="3086100" y="27432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8" name="Branch4"/>
          <p:cNvSpPr/>
          <p:nvPr/>
        </p:nvSpPr>
        <p:spPr>
          <a:xfrm>
            <a:off x="3086100" y="33718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TestCaseBox"/>
          <p:cNvSpPr/>
          <p:nvPr/>
        </p:nvSpPr>
        <p:spPr>
          <a:xfrm>
            <a:off x="43434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13" name="SheetABox"/>
          <p:cNvSpPr/>
          <p:nvPr/>
        </p:nvSpPr>
        <p:spPr>
          <a:xfrm>
            <a:off x="43434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14" name="SheetBBox"/>
          <p:cNvSpPr/>
          <p:nvPr/>
        </p:nvSpPr>
        <p:spPr>
          <a:xfrm>
            <a:off x="43434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15" name="SheetCBox"/>
          <p:cNvSpPr/>
          <p:nvPr/>
        </p:nvSpPr>
        <p:spPr>
          <a:xfrm>
            <a:off x="43434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16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TestCaseABox"/>
          <p:cNvSpPr/>
          <p:nvPr/>
        </p:nvSpPr>
        <p:spPr>
          <a:xfrm>
            <a:off x="5715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 A</a:t>
            </a:r>
            <a:endParaRPr lang="en-US" sz="1200" dirty="0"/>
          </a:p>
        </p:txBody>
      </p:sp>
      <p:sp>
        <p:nvSpPr>
          <p:cNvPr id="4" name="SheetABox"/>
          <p:cNvSpPr/>
          <p:nvPr/>
        </p:nvSpPr>
        <p:spPr>
          <a:xfrm>
            <a:off x="5715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5" name="SheetBBox"/>
          <p:cNvSpPr/>
          <p:nvPr/>
        </p:nvSpPr>
        <p:spPr>
          <a:xfrm>
            <a:off x="5715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6" name="SheetCBox"/>
          <p:cNvSpPr/>
          <p:nvPr/>
        </p:nvSpPr>
        <p:spPr>
          <a:xfrm>
            <a:off x="5715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7" name="Line1"/>
          <p:cNvSpPr/>
          <p:nvPr/>
        </p:nvSpPr>
        <p:spPr>
          <a:xfrm>
            <a:off x="2171700" y="14859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8" name="Line2"/>
          <p:cNvSpPr/>
          <p:nvPr/>
        </p:nvSpPr>
        <p:spPr>
          <a:xfrm>
            <a:off x="2171700" y="21145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Line3"/>
          <p:cNvSpPr/>
          <p:nvPr/>
        </p:nvSpPr>
        <p:spPr>
          <a:xfrm>
            <a:off x="2171700" y="27432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Line4"/>
          <p:cNvSpPr/>
          <p:nvPr/>
        </p:nvSpPr>
        <p:spPr>
          <a:xfrm>
            <a:off x="2171700" y="33718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ArrowToBlock"/>
          <p:cNvSpPr/>
          <p:nvPr/>
        </p:nvSpPr>
        <p:spPr>
          <a:xfrm>
            <a:off x="3086100" y="2428875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" name="DestinationBlock"/>
          <p:cNvSpPr/>
          <p:nvPr/>
        </p:nvSpPr>
        <p:spPr>
          <a:xfrm>
            <a:off x="4343400" y="1857375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Change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4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Block1"/>
          <p:cNvSpPr/>
          <p:nvPr/>
        </p:nvSpPr>
        <p:spPr>
          <a:xfrm>
            <a:off x="285750" y="2000250"/>
            <a:ext cx="1371600" cy="9144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Change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000" dirty="0"/>
          </a:p>
        </p:txBody>
      </p:sp>
      <p:sp>
        <p:nvSpPr>
          <p:cNvPr id="4" name="Arrow1"/>
          <p:cNvSpPr/>
          <p:nvPr/>
        </p:nvSpPr>
        <p:spPr>
          <a:xfrm>
            <a:off x="1657350" y="245745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5" name="Block2"/>
          <p:cNvSpPr/>
          <p:nvPr/>
        </p:nvSpPr>
        <p:spPr>
          <a:xfrm>
            <a:off x="2038350" y="2000250"/>
            <a:ext cx="1371600" cy="9144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Puppeteer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6" name="Arrow2"/>
          <p:cNvSpPr/>
          <p:nvPr/>
        </p:nvSpPr>
        <p:spPr>
          <a:xfrm>
            <a:off x="3409950" y="245745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" name="Block3"/>
          <p:cNvSpPr/>
          <p:nvPr/>
        </p:nvSpPr>
        <p:spPr>
          <a:xfrm>
            <a:off x="3790950" y="2000250"/>
            <a:ext cx="1371600" cy="9144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Puppeteer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8" name="Arrow3"/>
          <p:cNvSpPr/>
          <p:nvPr/>
        </p:nvSpPr>
        <p:spPr>
          <a:xfrm>
            <a:off x="5162550" y="245745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Block4"/>
          <p:cNvSpPr/>
          <p:nvPr/>
        </p:nvSpPr>
        <p:spPr>
          <a:xfrm>
            <a:off x="5543550" y="2000250"/>
            <a:ext cx="1371600" cy="9144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0" name="Block5"/>
          <p:cNvSpPr/>
          <p:nvPr/>
        </p:nvSpPr>
        <p:spPr>
          <a:xfrm>
            <a:off x="7296150" y="2000250"/>
            <a:ext cx="1371600" cy="9144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000" dirty="0"/>
          </a:p>
        </p:txBody>
      </p:sp>
      <p:sp>
        <p:nvSpPr>
          <p:cNvPr id="11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</Words>
  <Application>Microsoft Macintosh PowerPoint</Application>
  <PresentationFormat>On-screen Show (16:9)</PresentationFormat>
  <Paragraphs>76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Data Management Workflow</dc:title>
  <dc:subject>PptxGenJS Presentation</dc:subject>
  <dc:creator>Claude</dc:creator>
  <cp:lastModifiedBy>Timothy Rajan Alex</cp:lastModifiedBy>
  <cp:revision>1</cp:revision>
  <dcterms:created xsi:type="dcterms:W3CDTF">2025-12-02T02:30:32Z</dcterms:created>
  <dcterms:modified xsi:type="dcterms:W3CDTF">2025-12-09T23:20:28Z</dcterms:modified>
</cp:coreProperties>
</file>