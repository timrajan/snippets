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we did not hire more automation engineers. We changed how automation gets written. A tester walks the application once, and the recorder produces the script, the data and the ADO test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blocks left to right, then down and back. Emphasise that steps 1-3 are a tester simply using the application; steps 4-6 are entirely machine-generated.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for the executive audience: script and data are produced by the same act. There is no separate data-preparation project, and no risk of the two falling out of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trade: the scarce resource is automation engineering time. This workflow removes it from the critical path without changing the pipeline the business already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9164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91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Once.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Everything.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Puppeteer Test Recorder turns a manual walkthrough into production-ready automation scripts, test data and an Azure DevOps test case — with no automation code written by hand.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577840"/>
            <a:ext cx="146304" cy="14630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5477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5577840"/>
            <a:ext cx="146304" cy="14630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5477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5577840"/>
            <a:ext cx="146304" cy="14630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5650992" y="5477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Recording Workflow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manual walkthrough produces the script, the data and the executable test case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105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35024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35024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 in Debug Mode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35915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is launched with the remote debugging port open, exposing a controllable session.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57276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18105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21224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21224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Record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72584" y="235915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Recorder app attaches to that live session and the tester presses Record.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157276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58784" y="18105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55878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7424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07424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Injected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58784" y="235915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 are injected into the page and capture every click, keystroke and navigation.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422452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58784" y="4462272"/>
            <a:ext cx="420624" cy="420624"/>
          </a:xfrm>
          <a:prstGeom prst="ellipse">
            <a:avLst/>
          </a:prstGeom>
          <a:solidFill>
            <a:srgbClr val="3A4A85"/>
          </a:solidFill>
          <a:ln/>
        </p:spPr>
      </p:sp>
      <p:sp>
        <p:nvSpPr>
          <p:cNvPr id="24" name="Text 22"/>
          <p:cNvSpPr/>
          <p:nvPr/>
        </p:nvSpPr>
        <p:spPr>
          <a:xfrm>
            <a:off x="8558784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07424" y="4443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07424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Stream Back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58784" y="501091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events flow back from the browser into the Recorder application in real time.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422452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2584" y="4462272"/>
            <a:ext cx="420624" cy="420624"/>
          </a:xfrm>
          <a:prstGeom prst="ellipse">
            <a:avLst/>
          </a:prstGeom>
          <a:solidFill>
            <a:srgbClr val="3A4A85"/>
          </a:solidFill>
          <a:ln/>
        </p:spPr>
      </p:sp>
      <p:sp>
        <p:nvSpPr>
          <p:cNvPr id="30" name="Text 28"/>
          <p:cNvSpPr/>
          <p:nvPr/>
        </p:nvSpPr>
        <p:spPr>
          <a:xfrm>
            <a:off x="4672584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21224" y="4443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21224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Write the Script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72584" y="501091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converts events into a Puppeteer script, plus a CSV holding the test data entered.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22452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" y="4462272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35024" y="4443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35024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 Test Case Runs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86384" y="501091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injector pushes the CSV into the ADO data table; the build machine runs the test against it.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22776" y="2148840"/>
            <a:ext cx="438912" cy="310896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41" name="Shape 39"/>
          <p:cNvSpPr/>
          <p:nvPr/>
        </p:nvSpPr>
        <p:spPr>
          <a:xfrm>
            <a:off x="7808976" y="2148840"/>
            <a:ext cx="438912" cy="310896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42" name="Shape 40"/>
          <p:cNvSpPr/>
          <p:nvPr/>
        </p:nvSpPr>
        <p:spPr>
          <a:xfrm>
            <a:off x="9811512" y="3310128"/>
            <a:ext cx="310896" cy="658368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43" name="Shape 41"/>
          <p:cNvSpPr/>
          <p:nvPr/>
        </p:nvSpPr>
        <p:spPr>
          <a:xfrm>
            <a:off x="7808976" y="4800600"/>
            <a:ext cx="438912" cy="310896"/>
          </a:xfrm>
          <a:prstGeom prst="leftArrow">
            <a:avLst/>
          </a:prstGeom>
          <a:solidFill>
            <a:srgbClr val="F2A65A"/>
          </a:solidFill>
          <a:ln/>
        </p:spPr>
      </p:sp>
      <p:sp>
        <p:nvSpPr>
          <p:cNvPr id="44" name="Shape 42"/>
          <p:cNvSpPr/>
          <p:nvPr/>
        </p:nvSpPr>
        <p:spPr>
          <a:xfrm>
            <a:off x="3922776" y="4800600"/>
            <a:ext cx="438912" cy="310896"/>
          </a:xfrm>
          <a:prstGeom prst="leftArrow">
            <a:avLst/>
          </a:prstGeom>
          <a:solidFill>
            <a:srgbClr val="F2A65A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5989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code is written by hand at any point in this chain.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Recording Session Produces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and the data it needs are generated together, so they can never drift apart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30952" cy="288036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Automation Script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45994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Rule-driven Puppeteer code, generated from the captured event stream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structure and locator strategy across every recording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and editable — it is ordinary code, not a black box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30952" cy="288036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965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Data CSV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75120" y="2487168"/>
            <a:ext cx="45994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typed during the walkthrough is extracted, not hard-coded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references and form inputs land in a single data file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script can then be driven by many rows of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9377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land in Azure DevOps automatically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injector application writes the CSV straight into the ADO test case data table. The build machine then executes the test by referencing that ADO test case — the same pipeline the team already uses.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leveraging tooling the team already owns — the effort moves from coding to testing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2A346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scripts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code is generated by the recorder's rules engine, not authored by an engineer.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2A3468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67512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can author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898648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tester can walk the application, they can produce an automated test — no coding skill required.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2A346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23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pass, script +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047488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and its test data are captured in a single session and stay aligned by construction.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2A346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023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67512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5047488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lands in the existing ADO test cases and runs on the current build machine.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the test. The platform writes the rest.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Puppeteer Test Recorder — End-to-End Workflow</dc:title>
  <dc:subject>PptxGenJS Presentation</dc:subject>
  <dc:creator>Two Lines Technology</dc:creator>
  <cp:lastModifiedBy>Two Lines Technology</cp:lastModifiedBy>
  <cp:revision>1</cp:revision>
  <dcterms:created xsi:type="dcterms:W3CDTF">2026-08-04T23:46:12Z</dcterms:created>
  <dcterms:modified xsi:type="dcterms:W3CDTF">2026-08-04T23:46:12Z</dcterms:modified>
</cp:coreProperties>
</file>