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52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blocks left to right, then down and back. Emphasise that steps 1-3 are a tester simply using the application; steps 4-6 are entirely machine-generated.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the executive audience: script and data are produced by the same act. There is no separate data-preparation project, and no risk of the two falling out of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Recording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manual walkthrough produces the script, the data and the executable test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1051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502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35024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in Debug Mode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235915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launched with the remote debugging port open, exposing a controllable session.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57276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181051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122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21224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Record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72584" y="235915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Recorder app attaches to that live session and the tester presses Record.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157276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58784" y="181051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55878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7424" y="17922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07424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Injected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558784" y="235915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are injected into the page and capture every click, keystroke and navigation.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21040" y="422452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58784" y="44622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558784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07424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07424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Stream Back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58784" y="501091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events flow back from the browser into the Recorder application in real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422452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72584" y="44622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672584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21224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21224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Write the Script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72584" y="501091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converts events into a Puppeteer script, plus a CSV holding the test data entered.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3291840" cy="1481328"/>
          </a:xfrm>
          <a:prstGeom prst="roundRect">
            <a:avLst>
              <a:gd name="adj" fmla="val 5556"/>
            </a:avLst>
          </a:prstGeom>
          <a:solidFill>
            <a:srgbClr val="028090"/>
          </a:solidFill>
          <a:ln w="15875">
            <a:solidFill>
              <a:srgbClr val="045E6B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44622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35024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F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35024" y="4645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 Runs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86384" y="501091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F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injector pushes the CSV into the ADO data table; the build machine runs the test against it.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22776" y="2304288"/>
            <a:ext cx="43891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808976" y="2304288"/>
            <a:ext cx="43891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966960" y="3310128"/>
            <a:ext cx="0" cy="658368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808976" y="4956048"/>
            <a:ext cx="43891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3922776" y="4956048"/>
            <a:ext cx="43891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headEnd type="triangle"/>
          </a:ln>
        </p:spPr>
      </p:sp>
      <p:sp>
        <p:nvSpPr>
          <p:cNvPr id="45" name="Text 43"/>
          <p:cNvSpPr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4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code is written by hand at any point in this chain.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Recording Session Produces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and the data it needs are generated together, so they can never drift apart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30952" cy="2880360"/>
          </a:xfrm>
          <a:prstGeom prst="roundRect">
            <a:avLst>
              <a:gd name="adj" fmla="val 3175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Script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45994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Rule-driven Puppeteer code, generated from the captured event stream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structure and locator strategy across every recording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and editable — it is ordinary code, not a black box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30952" cy="2880360"/>
          </a:xfrm>
          <a:prstGeom prst="roundRect">
            <a:avLst>
              <a:gd name="adj" fmla="val 3175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Data CSV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75120" y="2487168"/>
            <a:ext cx="45994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typed during the walkthrough is extracted, not hard-coded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references and form inputs land in a single data file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script can then be driven by many rows of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5875">
            <a:solidFill>
              <a:srgbClr val="045E6B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9377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 in Azure DevOps automatically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F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injector application writes the CSV straight into the ADO test case data table. The build machine then executes the test by referencing that ADO test case — the same pipeline the team already uses.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Macintosh PowerPoint</Application>
  <PresentationFormat>Widescreen</PresentationFormat>
  <Paragraphs>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Puppeteer Test Recorder — End-to-End Workflow</dc:title>
  <dc:subject>PptxGenJS Presentation</dc:subject>
  <dc:creator>Two Lines Technology</dc:creator>
  <cp:lastModifiedBy>Timothy Rajan Alex</cp:lastModifiedBy>
  <cp:revision>2</cp:revision>
  <dcterms:created xsi:type="dcterms:W3CDTF">2026-08-04T23:46:12Z</dcterms:created>
  <dcterms:modified xsi:type="dcterms:W3CDTF">2026-08-07T00:27:50Z</dcterms:modified>
</cp:coreProperties>
</file>