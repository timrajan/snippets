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2176F9-9EB5-41E2-ACEA-CE437060241A}" type="datetimeFigureOut"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B2CB3-B33F-4D03-B4DE-05C013A0560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75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155680" cy="457200"/>
          </a:xfrm>
          <a:prstGeom prst="rect">
            <a:avLst/>
          </a:prstGeom>
          <a:solidFill>
            <a:srgbClr val="3944C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E2E REGRESSION AUTOMATION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44CA"/>
                </a:solidFill>
              </a:rPr>
              <a:t>DATA SETUP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24305A"/>
          </a:solidFill>
          <a:ln w="12700">
            <a:solidFill>
              <a:srgbClr val="D9DF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84632" y="1444752"/>
            <a:ext cx="8595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Members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0" y="137160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3944CA"/>
          </a:solidFill>
          <a:ln w="12700">
            <a:solidFill>
              <a:srgbClr val="D9DF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673352" y="1444752"/>
            <a:ext cx="9509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37160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F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953512" y="1444752"/>
            <a:ext cx="8595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05A"/>
                </a:solidFill>
              </a:rPr>
              <a:t>Verify 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137160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F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142232" y="1444752"/>
            <a:ext cx="9509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05A"/>
                </a:solidFill>
              </a:rPr>
              <a:t>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4305A"/>
                </a:solidFill>
              </a:rPr>
              <a:t>Generator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137160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F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5422392" y="1444752"/>
            <a:ext cx="104241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05A"/>
                </a:solidFill>
              </a:rPr>
              <a:t>Run SQL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4305A"/>
                </a:solidFill>
              </a:rPr>
              <a:t>Get Details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37160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F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793992" y="1444752"/>
            <a:ext cx="104241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05A"/>
                </a:solidFill>
              </a:rPr>
              <a:t>Reserve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4305A"/>
                </a:solidFill>
              </a:rPr>
              <a:t>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F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8165592" y="1444752"/>
            <a:ext cx="104241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05A"/>
                </a:solidFill>
              </a:rPr>
              <a:t>Reserve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4305A"/>
                </a:solidFill>
              </a:rPr>
              <a:t>In </a:t>
            </a:r>
            <a:r>
              <a:rPr lang="en-US" sz="1100" b="1" dirty="0" err="1">
                <a:solidFill>
                  <a:srgbClr val="24305A"/>
                </a:solidFill>
              </a:rPr>
              <a:t>POrtal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509760" y="13716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4305A"/>
          </a:solidFill>
          <a:ln w="12700">
            <a:solidFill>
              <a:srgbClr val="D9DF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9537192" y="1444752"/>
            <a:ext cx="13167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Update ADO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DataTable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1481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944CA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651760" y="1481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944CA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931920" y="1481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944CA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12080" y="1481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944CA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92240" y="1481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944CA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772400" y="1481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944CA"/>
                </a:solidFill>
              </a:rPr>
              <a:t>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52560" y="1481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944CA"/>
                </a:solidFill>
              </a:rPr>
              <a:t>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7200" y="2743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44CA"/>
                </a:solidFill>
              </a:rPr>
              <a:t>TEST EXECUTION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1520" y="32004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3944CA"/>
          </a:solidFill>
          <a:ln w="12700">
            <a:solidFill>
              <a:srgbClr val="D9DF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758952" y="3273552"/>
            <a:ext cx="140817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Select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Environment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301752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F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3227832" y="3090672"/>
            <a:ext cx="11338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05A"/>
                </a:solidFill>
              </a:rPr>
              <a:t>Smoke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374904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F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3227832" y="3822192"/>
            <a:ext cx="11338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05A"/>
                </a:solidFill>
              </a:rPr>
              <a:t>Regression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0" y="448056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F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3227832" y="4553712"/>
            <a:ext cx="11338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05A"/>
                </a:solidFill>
              </a:rPr>
              <a:t>Shakedown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77840" y="301752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24305A"/>
          </a:solidFill>
          <a:ln w="12700">
            <a:solidFill>
              <a:srgbClr val="D9DF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5605272" y="3090672"/>
            <a:ext cx="14081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Publish Results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77840" y="374904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24305A"/>
          </a:solidFill>
          <a:ln w="12700">
            <a:solidFill>
              <a:srgbClr val="D9DF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5605272" y="3822192"/>
            <a:ext cx="14081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Publish Results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77840" y="448056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24305A"/>
          </a:solidFill>
          <a:ln w="12700">
            <a:solidFill>
              <a:srgbClr val="D9DF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Text 39"/>
          <p:cNvSpPr/>
          <p:nvPr/>
        </p:nvSpPr>
        <p:spPr>
          <a:xfrm>
            <a:off x="5605272" y="4553712"/>
            <a:ext cx="14081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Publish Results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377440" y="3657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944CA"/>
                </a:solidFill>
              </a:rPr>
              <a:t>→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4754880" y="3154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944CA"/>
                </a:solidFill>
              </a:rPr>
              <a:t>→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754880" y="38862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944CA"/>
                </a:solidFill>
              </a:rPr>
              <a:t>→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4754880" y="46177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944CA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</Words>
  <Application>Microsoft Office PowerPoint</Application>
  <PresentationFormat>Widescreen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Timothy Rajan Alex</dc:creator>
  <cp:lastModifiedBy>Timothy Rajan Alex</cp:lastModifiedBy>
  <cp:revision>3</cp:revision>
  <dcterms:created xsi:type="dcterms:W3CDTF">2026-10-09T03:46:17Z</dcterms:created>
  <dcterms:modified xsi:type="dcterms:W3CDTF">2026-10-09T03:50:10Z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111c204-3025-4293-a668-517002c3f023_Enabled">
    <vt:lpwstr>true</vt:lpwstr>
  </property>
  <property fmtid="{D5CDD505-2E9C-101B-9397-08002B2CF9AE}" pid="3" name="MSIP_Label_c111c204-3025-4293-a668-517002c3f023_SetDate">
    <vt:lpwstr>2026-10-09T03:46:18Z</vt:lpwstr>
  </property>
  <property fmtid="{D5CDD505-2E9C-101B-9397-08002B2CF9AE}" pid="4" name="MSIP_Label_c111c204-3025-4293-a668-517002c3f023_Method">
    <vt:lpwstr>Privileged</vt:lpwstr>
  </property>
  <property fmtid="{D5CDD505-2E9C-101B-9397-08002B2CF9AE}" pid="5" name="MSIP_Label_c111c204-3025-4293-a668-517002c3f023_Name">
    <vt:lpwstr>OFFICIAL</vt:lpwstr>
  </property>
  <property fmtid="{D5CDD505-2E9C-101B-9397-08002B2CF9AE}" pid="6" name="MSIP_Label_c111c204-3025-4293-a668-517002c3f023_SiteId">
    <vt:lpwstr>8e823e99-cbcb-430f-a0f6-af1365c21e22</vt:lpwstr>
  </property>
  <property fmtid="{D5CDD505-2E9C-101B-9397-08002B2CF9AE}" pid="7" name="MSIP_Label_c111c204-3025-4293-a668-517002c3f023_ActionId">
    <vt:lpwstr>d00ce7d0-b37a-4631-ac37-413163cea628</vt:lpwstr>
  </property>
  <property fmtid="{D5CDD505-2E9C-101B-9397-08002B2CF9AE}" pid="8" name="MSIP_Label_c111c204-3025-4293-a668-517002c3f023_ContentBits">
    <vt:lpwstr>0</vt:lpwstr>
  </property>
</Properties>
</file>