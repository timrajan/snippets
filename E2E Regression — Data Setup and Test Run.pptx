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3944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REGRESSION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0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setup and test run, end to 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54480" y="1261872"/>
            <a:ext cx="109728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572768" y="128930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View ID via Portal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1005840"/>
            <a:ext cx="1371600" cy="512064"/>
          </a:xfrm>
          <a:prstGeom prst="rect">
            <a:avLst/>
          </a:prstGeom>
          <a:solidFill>
            <a:srgbClr val="3944CA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005840"/>
            <a:ext cx="137160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(Portal)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261872"/>
            <a:ext cx="233172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023360" y="10332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1005840"/>
            <a:ext cx="1097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005840"/>
            <a:ext cx="10972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Data in Portal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52360" y="1261872"/>
            <a:ext cx="18288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1005840"/>
            <a:ext cx="1051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1005840"/>
            <a:ext cx="10515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ID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DataTable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810512"/>
            <a:ext cx="8229600" cy="1645920"/>
          </a:xfrm>
          <a:prstGeom prst="roundRect">
            <a:avLst>
              <a:gd name="adj" fmla="val 3333"/>
            </a:avLst>
          </a:prstGeom>
          <a:solidFill>
            <a:srgbClr val="EBEDFC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6616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EBEDFC"/>
          </a:solidFill>
          <a:ln w="9525">
            <a:solidFill>
              <a:srgbClr val="D5D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035040" y="1682496"/>
            <a:ext cx="0" cy="667512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429000" y="1682496"/>
            <a:ext cx="260604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429000" y="1517904"/>
            <a:ext cx="0" cy="164592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611880" y="1371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returned to portal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 · DATA SETUP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2651760"/>
            <a:ext cx="1188720" cy="402336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51760"/>
            <a:ext cx="11887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0" y="2852928"/>
            <a:ext cx="36576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2578608"/>
            <a:ext cx="0" cy="539496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2578608"/>
            <a:ext cx="100584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94560" y="3118104"/>
            <a:ext cx="100584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221992" y="23500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new 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21992" y="28986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1883664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1883664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23360" y="2157984"/>
            <a:ext cx="0" cy="219456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00400" y="237744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2377440"/>
            <a:ext cx="1645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SQL and get Details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0" y="291693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2916936"/>
            <a:ext cx="1645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Data in Portal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2578608"/>
            <a:ext cx="41148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257800" y="2350008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2350008"/>
            <a:ext cx="1554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from DB2 + Mashup Logic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3630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94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2 · RUN TEST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393192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3931920"/>
            <a:ext cx="2011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Environment to Run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651760" y="4151376"/>
            <a:ext cx="27432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3840480"/>
            <a:ext cx="0" cy="621792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840480"/>
            <a:ext cx="36576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291840" y="3717036"/>
            <a:ext cx="1645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3717036"/>
            <a:ext cx="16459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37760" y="3840480"/>
            <a:ext cx="82296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760720" y="3717036"/>
            <a:ext cx="17373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3717036"/>
            <a:ext cx="17373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results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926080" y="4151376"/>
            <a:ext cx="36576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3291840" y="4027932"/>
            <a:ext cx="1645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4027932"/>
            <a:ext cx="16459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937760" y="4151376"/>
            <a:ext cx="82296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760720" y="4027932"/>
            <a:ext cx="17373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4027932"/>
            <a:ext cx="17373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results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926080" y="4462272"/>
            <a:ext cx="36576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291840" y="4338828"/>
            <a:ext cx="1645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0" y="4338828"/>
            <a:ext cx="16459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Shakedown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937760" y="4462272"/>
            <a:ext cx="822960" cy="0"/>
          </a:xfrm>
          <a:prstGeom prst="line">
            <a:avLst/>
          </a:prstGeom>
          <a:noFill/>
          <a:ln w="19050">
            <a:solidFill>
              <a:srgbClr val="5963D5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760720" y="4338828"/>
            <a:ext cx="17373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944C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60720" y="4338828"/>
            <a:ext cx="17373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results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2P Blue 3944CA">
      <a:dk1>
        <a:srgbClr val="24305A"/>
      </a:dk1>
      <a:lt1>
        <a:srgbClr val="FFFFFF"/>
      </a:lt1>
      <a:dk2>
        <a:srgbClr val="536183"/>
      </a:dk2>
      <a:lt2>
        <a:srgbClr val="F7F8FF"/>
      </a:lt2>
      <a:accent1>
        <a:srgbClr val="3944CA"/>
      </a:accent1>
      <a:accent2>
        <a:srgbClr val="303BB6"/>
      </a:accent2>
      <a:accent3>
        <a:srgbClr val="5963D5"/>
      </a:accent3>
      <a:accent4>
        <a:srgbClr val="8590BA"/>
      </a:accent4>
      <a:accent5>
        <a:srgbClr val="B8BEF1"/>
      </a:accent5>
      <a:accent6>
        <a:srgbClr val="EBEDFC"/>
      </a:accent6>
      <a:hlink>
        <a:srgbClr val="3944CA"/>
      </a:hlink>
      <a:folHlink>
        <a:srgbClr val="303BB6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E2E Regression — Data Setup and Test Run</dc:title>
  <dc:subject>One-slide overview of the E2E regression flow</dc:subject>
  <dc:creator>PptxGenJS</dc:creator>
  <cp:lastModifiedBy>PptxGenJS</cp:lastModifiedBy>
  <cp:revision>1</cp:revision>
  <dcterms:created xsi:type="dcterms:W3CDTF">2026-10-09T03:58:27Z</dcterms:created>
  <dcterms:modified xsi:type="dcterms:W3CDTF">2026-10-09T03:58:27Z</dcterms:modified>
</cp:coreProperties>
</file>