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44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155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TEST GENERATION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444752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test case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Puppeteer test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99923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spec-and-evidence pipeline built on GitHub Copilot — no custom LLM infrastructure, the recorder stays unchanged.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950208"/>
            <a:ext cx="1463040" cy="402336"/>
          </a:xfrm>
          <a:prstGeom prst="roundRect">
            <a:avLst>
              <a:gd name="adj" fmla="val 45455"/>
            </a:avLst>
          </a:prstGeom>
          <a:solidFill>
            <a:srgbClr val="303BB6"/>
          </a:solidFill>
          <a:ln w="9525">
            <a:solidFill>
              <a:srgbClr val="99A1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502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Test Case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67712" y="3950208"/>
            <a:ext cx="1463040" cy="402336"/>
          </a:xfrm>
          <a:prstGeom prst="roundRect">
            <a:avLst>
              <a:gd name="adj" fmla="val 45455"/>
            </a:avLst>
          </a:prstGeom>
          <a:solidFill>
            <a:srgbClr val="303BB6"/>
          </a:solidFill>
          <a:ln w="9525">
            <a:solidFill>
              <a:srgbClr val="99A1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67712" y="39502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JSON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95344" y="3950208"/>
            <a:ext cx="1463040" cy="402336"/>
          </a:xfrm>
          <a:prstGeom prst="roundRect">
            <a:avLst>
              <a:gd name="adj" fmla="val 45455"/>
            </a:avLst>
          </a:prstGeom>
          <a:solidFill>
            <a:srgbClr val="303BB6"/>
          </a:solidFill>
          <a:ln w="9525">
            <a:solidFill>
              <a:srgbClr val="99A1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95344" y="39502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22976" y="3950208"/>
            <a:ext cx="1463040" cy="402336"/>
          </a:xfrm>
          <a:prstGeom prst="roundRect">
            <a:avLst>
              <a:gd name="adj" fmla="val 45455"/>
            </a:avLst>
          </a:prstGeom>
          <a:solidFill>
            <a:srgbClr val="303BB6"/>
          </a:solidFill>
          <a:ln w="9525">
            <a:solidFill>
              <a:srgbClr val="99A1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22976" y="39502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50608" y="3950208"/>
            <a:ext cx="1463040" cy="402336"/>
          </a:xfrm>
          <a:prstGeom prst="roundRect">
            <a:avLst>
              <a:gd name="adj" fmla="val 45455"/>
            </a:avLst>
          </a:prstGeom>
          <a:solidFill>
            <a:srgbClr val="303BB6"/>
          </a:solidFill>
          <a:ln w="9525">
            <a:solidFill>
              <a:srgbClr val="99A1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50608" y="39502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 Team · October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944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30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have, and what we want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2743200"/>
          </a:xfrm>
          <a:prstGeom prst="roundRect">
            <a:avLst>
              <a:gd name="adj" fmla="val 1833"/>
            </a:avLst>
          </a:prstGeom>
          <a:solidFill>
            <a:srgbClr val="FFFFFF"/>
          </a:solidFill>
          <a:ln w="9525">
            <a:solidFill>
              <a:srgbClr val="D5D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44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47088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live in ADO — plain-English steps, manually verified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are recorded by hand in the Puppeteer recorder app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already maps steps and functionalities to code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023360" cy="2743200"/>
          </a:xfrm>
          <a:prstGeom prst="roundRect">
            <a:avLst>
              <a:gd name="adj" fmla="val 1833"/>
            </a:avLst>
          </a:prstGeom>
          <a:solidFill>
            <a:srgbClr val="EBEDFC"/>
          </a:solidFill>
          <a:ln w="9525">
            <a:solidFill>
              <a:srgbClr val="D5D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444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847088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 Test Case ID and an ADO path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framework-conformant Puppeteer test, delivered as a reviewed pull request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effort goes to ambiguity and review — not to typing code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566928"/>
          </a:xfrm>
          <a:prstGeom prst="roundRect">
            <a:avLst>
              <a:gd name="adj" fmla="val 8871"/>
            </a:avLst>
          </a:prstGeom>
          <a:solidFill>
            <a:srgbClr val="FFFFFF"/>
          </a:solidFill>
          <a:ln w="9525">
            <a:solidFill>
              <a:srgbClr val="D5D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2062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4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 </a:t>
            </a:r>
            <a:r>
              <a:rPr lang="en-US" sz="1250" dirty="0">
                <a:solidFill>
                  <a:srgbClr val="536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is the only LLM  ·  secure environment  ·  the recorder app stays unchanged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944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30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 code generation in two inputs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44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aligns, cleans and restructures two grounded inputs.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4023360" cy="1645920"/>
          </a:xfrm>
          <a:prstGeom prst="roundRect">
            <a:avLst>
              <a:gd name="adj" fmla="val 3056"/>
            </a:avLst>
          </a:prstGeom>
          <a:solidFill>
            <a:srgbClr val="FFFFFF"/>
          </a:solidFill>
          <a:ln w="9525">
            <a:solidFill>
              <a:srgbClr val="D5D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591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 JSON — the specification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72491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6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 must prove: ordered steps, values, expected results, and flagged ambiguities.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2148840"/>
            <a:ext cx="4023360" cy="1645920"/>
          </a:xfrm>
          <a:prstGeom prst="roundRect">
            <a:avLst>
              <a:gd name="adj" fmla="val 3056"/>
            </a:avLst>
          </a:prstGeom>
          <a:solidFill>
            <a:srgbClr val="FFFFFF"/>
          </a:solidFill>
          <a:ln w="9525">
            <a:solidFill>
              <a:srgbClr val="D5D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3591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recording — the evidence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72491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6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human actually did it: real selectors, working waits, real interactions on the live application.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6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reduces guesswork. Replay and human review are still required to verify the generated test.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944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30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inputs, one synthesis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29000"/>
                <a:gridCol w="34290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4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 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4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Puppeteer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4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 — what the test must prove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— how a human did it successfully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4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steps, values, expected results, flagged ambiguities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selectors, working waits, true navigation 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4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Lacks alone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Selectors — pure generation would force invention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— linear, noisy, weak assertions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4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synthesis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the steps and every assertion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Supplies the selectors and the mechanics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input alone gives good code. Together, they define both what to do and how.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944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30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end-to-end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828800" cy="105156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9525">
            <a:solidFill>
              <a:srgbClr val="D5D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1828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94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Test Case</a:t>
            </a:r>
            <a:endParaRPr lang="en-US" sz="15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36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· ADO API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587752" y="1298448"/>
            <a:ext cx="1828800" cy="105156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9525">
            <a:solidFill>
              <a:srgbClr val="D5D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87752" y="1298448"/>
            <a:ext cx="1828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94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JSON</a:t>
            </a:r>
            <a:endParaRPr lang="en-US" sz="15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36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+ validator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18304" y="1298448"/>
            <a:ext cx="1828800" cy="105156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9525">
            <a:solidFill>
              <a:srgbClr val="D5D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8304" y="1298448"/>
            <a:ext cx="1828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94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Recording</a:t>
            </a:r>
            <a:endParaRPr lang="en-US" sz="15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36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· recorder unchanged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48856" y="1298448"/>
            <a:ext cx="1828800" cy="105156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9525">
            <a:solidFill>
              <a:srgbClr val="D5D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48856" y="1298448"/>
            <a:ext cx="1828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94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Trace</a:t>
            </a:r>
            <a:endParaRPr lang="en-US" sz="15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36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 script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40864" y="1828800"/>
            <a:ext cx="219456" cy="0"/>
          </a:xfrm>
          <a:prstGeom prst="line">
            <a:avLst/>
          </a:prstGeom>
          <a:noFill/>
          <a:ln w="22225">
            <a:solidFill>
              <a:srgbClr val="8590B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01968" y="1828800"/>
            <a:ext cx="219456" cy="0"/>
          </a:xfrm>
          <a:prstGeom prst="line">
            <a:avLst/>
          </a:prstGeom>
          <a:noFill/>
          <a:ln w="22225">
            <a:solidFill>
              <a:srgbClr val="8590B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02152" y="2350008"/>
            <a:ext cx="0" cy="210312"/>
          </a:xfrm>
          <a:prstGeom prst="line">
            <a:avLst/>
          </a:prstGeom>
          <a:noFill/>
          <a:ln w="22225">
            <a:solidFill>
              <a:srgbClr val="394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2560320"/>
            <a:ext cx="1490472" cy="0"/>
          </a:xfrm>
          <a:prstGeom prst="line">
            <a:avLst/>
          </a:prstGeom>
          <a:noFill/>
          <a:ln w="22225">
            <a:solidFill>
              <a:srgbClr val="3944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2560320"/>
            <a:ext cx="0" cy="685800"/>
          </a:xfrm>
          <a:prstGeom prst="line">
            <a:avLst/>
          </a:prstGeom>
          <a:noFill/>
          <a:ln w="22225">
            <a:solidFill>
              <a:srgbClr val="3944C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63256" y="2350008"/>
            <a:ext cx="0" cy="347472"/>
          </a:xfrm>
          <a:prstGeom prst="line">
            <a:avLst/>
          </a:prstGeom>
          <a:noFill/>
          <a:ln w="22225">
            <a:solidFill>
              <a:srgbClr val="8590B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41448" y="2697480"/>
            <a:ext cx="5321808" cy="0"/>
          </a:xfrm>
          <a:prstGeom prst="line">
            <a:avLst/>
          </a:prstGeom>
          <a:noFill/>
          <a:ln w="22225">
            <a:solidFill>
              <a:srgbClr val="8590B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41448" y="2697480"/>
            <a:ext cx="0" cy="548640"/>
          </a:xfrm>
          <a:prstGeom prst="line">
            <a:avLst/>
          </a:prstGeom>
          <a:noFill/>
          <a:ln w="22225">
            <a:solidFill>
              <a:srgbClr val="8590B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527048" y="3246120"/>
            <a:ext cx="1828800" cy="105156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9525">
            <a:solidFill>
              <a:srgbClr val="D5D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27048" y="3246120"/>
            <a:ext cx="1828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94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+ Synthesis</a:t>
            </a:r>
            <a:endParaRPr lang="en-US" sz="15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36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0" y="3246120"/>
            <a:ext cx="1828800" cy="105156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9525">
            <a:solidFill>
              <a:srgbClr val="D5D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246120"/>
            <a:ext cx="1828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94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Validation</a:t>
            </a:r>
            <a:endParaRPr lang="en-US" sz="15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36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run + repair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788152" y="3246120"/>
            <a:ext cx="1828800" cy="105156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9525">
            <a:solidFill>
              <a:srgbClr val="D5D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88152" y="3246120"/>
            <a:ext cx="1828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94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5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36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+ trace report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410712" y="3776472"/>
            <a:ext cx="219456" cy="0"/>
          </a:xfrm>
          <a:prstGeom prst="line">
            <a:avLst/>
          </a:prstGeom>
          <a:noFill/>
          <a:ln w="22225">
            <a:solidFill>
              <a:srgbClr val="8590B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41264" y="3776472"/>
            <a:ext cx="219456" cy="0"/>
          </a:xfrm>
          <a:prstGeom prst="line">
            <a:avLst/>
          </a:prstGeom>
          <a:noFill/>
          <a:ln w="22225">
            <a:solidFill>
              <a:srgbClr val="8590BA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36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intent JSON and recording trace meet at synthesis. Humans record, resolve ambiguities and review; scripts and Copilot assist the remaining stages.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2P Blue 3944CA">
      <a:dk1>
        <a:srgbClr val="24305A"/>
      </a:dk1>
      <a:lt1>
        <a:srgbClr val="FFFFFF"/>
      </a:lt1>
      <a:dk2>
        <a:srgbClr val="536183"/>
      </a:dk2>
      <a:lt2>
        <a:srgbClr val="F7F8FF"/>
      </a:lt2>
      <a:accent1>
        <a:srgbClr val="3944CA"/>
      </a:accent1>
      <a:accent2>
        <a:srgbClr val="303BB6"/>
      </a:accent2>
      <a:accent3>
        <a:srgbClr val="5963D5"/>
      </a:accent3>
      <a:accent4>
        <a:srgbClr val="8590BA"/>
      </a:accent4>
      <a:accent5>
        <a:srgbClr val="B8BEF1"/>
      </a:accent5>
      <a:accent6>
        <a:srgbClr val="EBEDFC"/>
      </a:accent6>
      <a:hlink>
        <a:srgbClr val="3944CA"/>
      </a:hlink>
      <a:folHlink>
        <a:srgbClr val="303BB6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T2P — Test-to-Puppeteer Pipeline</dc:title>
  <dc:subject>Five-slide overview of the intent-and-recording workflow</dc:subject>
  <dc:creator>PptxGenJS</dc:creator>
  <cp:lastModifiedBy>PptxGenJS</cp:lastModifiedBy>
  <cp:revision>1</cp:revision>
  <dcterms:created xsi:type="dcterms:W3CDTF">2026-10-05T22:54:07Z</dcterms:created>
  <dcterms:modified xsi:type="dcterms:W3CDTF">2026-10-05T22:54:07Z</dcterms:modified>
</cp:coreProperties>
</file>