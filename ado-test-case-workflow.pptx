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Test Case Creator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Spreadsheet-driven workflow — create new test cases, skip existing 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with test names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rows, decides per row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1675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REST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03120"/>
            <a:ext cx="9144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present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row — no ADO call, the existing ID is kept as-is.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02336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03120"/>
            <a:ext cx="91440" cy="868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empty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test case in ADO, then write the new ID back to the row.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invalid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TC-1042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from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TC-1043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Result Publishing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spreadsheet — each ADO test self-selects its row by matching ADO 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triggers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case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 ID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receives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/ fail 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2801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test  (TypeScript)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test: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1031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spreadsheet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2606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300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rows; find one where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‘ADO ID’ column = TC-1042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310896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row’s Puppeteer steps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54680" y="36118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and report pass / fail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12801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783080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2112264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1122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112264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441448"/>
            <a:ext cx="1737360" cy="329184"/>
          </a:xfrm>
          <a:prstGeom prst="rect">
            <a:avLst/>
          </a:prstGeom>
          <a:solidFill>
            <a:srgbClr val="D1FAE5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2441448"/>
            <a:ext cx="64008" cy="329184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441448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2441448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277063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2770632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3099816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09981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0" y="3099816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where ADO ID = TC-1042  →  match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0" y="1874520"/>
            <a:ext cx="82296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20116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Trigger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0" y="1874520"/>
            <a:ext cx="91440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76072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Read &amp; match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11680" y="3840480"/>
            <a:ext cx="82296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201168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Publish pass / fail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one shared spreadsheet for all test cases — each ADO test stays a thin wrapper that locates its own row.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Test Case Creator</dc:title>
  <dc:subject>PptxGenJS Presentation</dc:subject>
  <dc:creator>Two Lines Technology</dc:creator>
  <cp:lastModifiedBy>Two Lines Technology</cp:lastModifiedBy>
  <cp:revision>1</cp:revision>
  <dcterms:created xsi:type="dcterms:W3CDTF">2026-05-19T02:14:07Z</dcterms:created>
  <dcterms:modified xsi:type="dcterms:W3CDTF">2026-05-19T02:14:07Z</dcterms:modified>
</cp:coreProperties>
</file>