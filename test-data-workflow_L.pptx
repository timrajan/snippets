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Test Data Workflow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SQL query to test execution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01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2148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86384" y="2532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 dedicated SQL query (1:1 mapping)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65576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75304" y="1801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575304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2148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93592" y="2532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exact data conditions the test needs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2784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82512" y="1801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382512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148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Mainframe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00800" y="2532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of record — executes the query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79992" y="1691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801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18972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08008" y="2148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Test Data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08008" y="2532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output — not yet usable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79992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89720" y="4087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08008" y="4434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System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208008" y="4818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Enriches data, performs associations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72784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087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4434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00800" y="4818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test-ready data 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65576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6F4F5"/>
          </a:solidFill>
          <a:ln w="15875">
            <a:solidFill>
              <a:srgbClr val="028090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575304" y="4087368"/>
            <a:ext cx="310896" cy="310896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3575304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593592" y="4434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 Data Table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593592" y="4818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updated into the test case data table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58368" y="397764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028090"/>
          </a:solidFill>
          <a:ln w="15875">
            <a:solidFill>
              <a:srgbClr val="045E6B"/>
            </a:solidFill>
            <a:prstDash val="solid"/>
          </a:ln>
          <a:effectLst>
            <a:outerShdw sx="100000" sy="100000" kx="0" ky="0" algn="bl" rotWithShape="0" blurRad="50800" dist="25400" dir="5400000">
              <a:srgbClr val="9AA7AB">
                <a:alpha val="3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68096" y="4087368"/>
            <a:ext cx="310896" cy="31089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76809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86384" y="443484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Execution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86384" y="4818888"/>
            <a:ext cx="20756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FF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sources data from ADO and runs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044952" y="2400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852160" y="2400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8659368" y="2400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245852" y="3163824"/>
            <a:ext cx="0" cy="758952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044952" y="4686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49" name="Shape 47"/>
          <p:cNvSpPr/>
          <p:nvPr/>
        </p:nvSpPr>
        <p:spPr>
          <a:xfrm>
            <a:off x="5852160" y="4686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50" name="Shape 48"/>
          <p:cNvSpPr/>
          <p:nvPr/>
        </p:nvSpPr>
        <p:spPr>
          <a:xfrm>
            <a:off x="8659368" y="4686300"/>
            <a:ext cx="36576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headEnd type="triangle"/>
          </a:ln>
        </p:spPr>
      </p:sp>
      <p:sp>
        <p:nvSpPr>
          <p:cNvPr id="51" name="Text 49"/>
          <p:cNvSpPr/>
          <p:nvPr/>
        </p:nvSpPr>
        <p:spPr>
          <a:xfrm>
            <a:off x="658368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45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 case owns its query — every execution sources fresh, valid data from ADO. No manual data handling.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2026-07-20T05:22:06Z</dcterms:created>
  <dcterms:modified xsi:type="dcterms:W3CDTF">2026-07-20T05:22:06Z</dcterms:modified>
</cp:coreProperties>
</file>