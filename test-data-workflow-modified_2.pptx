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11"/>
    <p:sldId id="261" r:id="rId12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1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79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85750" y="800100"/>
            <a:ext cx="874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Data-Driven Testing Pipeline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383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3355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90725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247900" y="26174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3355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90725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7900" y="27317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3355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90725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47900" y="28460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73355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990725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247900" y="2960340"/>
            <a:ext cx="228600" cy="7620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6479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0" descr="/tmp/rasterized-gradient-3c90fc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900" y="2598390"/>
            <a:ext cx="533400" cy="533400"/>
          </a:xfrm>
          <a:prstGeom prst="rect">
            <a:avLst/>
          </a:prstGeom>
          <a:effectLst>
            <a:outerShdw blurRad="114300" dist="38100" dir="5400000" algn="bl" rotWithShape="0">
              <a:srgbClr val="14B8A6">
                <a:alpha val="30000"/>
              </a:srgbClr>
            </a:outerShdw>
          </a:effectLst>
        </p:spPr>
      </p:pic>
      <p:sp>
        <p:nvSpPr>
          <p:cNvPr id="19" name="Text 16"/>
          <p:cNvSpPr/>
          <p:nvPr/>
        </p:nvSpPr>
        <p:spPr>
          <a:xfrm>
            <a:off x="3165574" y="2691705"/>
            <a:ext cx="226493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36766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39624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262677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40386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13385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229100" y="2598390"/>
            <a:ext cx="66675" cy="66675"/>
          </a:xfrm>
          <a:prstGeom prst="roundRect">
            <a:avLst>
              <a:gd name="adj" fmla="val 1371429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0386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4311700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584799" y="2712690"/>
            <a:ext cx="254050" cy="85725"/>
          </a:xfrm>
          <a:prstGeom prst="roundRect">
            <a:avLst>
              <a:gd name="adj" fmla="val 22222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386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311700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84799" y="282699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0386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4311700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584799" y="2922240"/>
            <a:ext cx="254050" cy="76200"/>
          </a:xfrm>
          <a:prstGeom prst="roundRect">
            <a:avLst>
              <a:gd name="adj" fmla="val 25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720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257800" y="2522190"/>
            <a:ext cx="952500" cy="6858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334000" y="2598390"/>
            <a:ext cx="152400" cy="152400"/>
          </a:xfrm>
          <a:prstGeom prst="roundRect">
            <a:avLst>
              <a:gd name="adj" fmla="val 25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384453" y="2627858"/>
            <a:ext cx="52373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▶</a:t>
            </a:r>
            <a:endParaRPr lang="en-US" sz="525" dirty="0"/>
          </a:p>
        </p:txBody>
      </p:sp>
      <p:sp>
        <p:nvSpPr>
          <p:cNvPr id="38" name="Text 35"/>
          <p:cNvSpPr/>
          <p:nvPr/>
        </p:nvSpPr>
        <p:spPr>
          <a:xfrm>
            <a:off x="5524500" y="2621310"/>
            <a:ext cx="315147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5334000" y="2779365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5357664" y="2786955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1" name="Text 38"/>
          <p:cNvSpPr/>
          <p:nvPr/>
        </p:nvSpPr>
        <p:spPr>
          <a:xfrm>
            <a:off x="5457825" y="278025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TC-001</a:t>
            </a:r>
            <a:endParaRPr lang="en-US" sz="525" dirty="0"/>
          </a:p>
        </p:txBody>
      </p:sp>
      <p:sp>
        <p:nvSpPr>
          <p:cNvPr id="42" name="Text 39"/>
          <p:cNvSpPr/>
          <p:nvPr/>
        </p:nvSpPr>
        <p:spPr>
          <a:xfrm>
            <a:off x="5334000" y="2903190"/>
            <a:ext cx="95250" cy="9525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5357664" y="2910780"/>
            <a:ext cx="48881" cy="79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30"/>
              </a:lnSpc>
              <a:buNone/>
            </a:pPr>
            <a:r>
              <a:rPr lang="en-US" sz="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450" dirty="0"/>
          </a:p>
        </p:txBody>
      </p:sp>
      <p:sp>
        <p:nvSpPr>
          <p:cNvPr id="44" name="Text 41"/>
          <p:cNvSpPr/>
          <p:nvPr/>
        </p:nvSpPr>
        <p:spPr>
          <a:xfrm>
            <a:off x="5457825" y="2904083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TC-002</a:t>
            </a:r>
            <a:endParaRPr lang="en-US" sz="525" dirty="0"/>
          </a:p>
        </p:txBody>
      </p:sp>
      <p:sp>
        <p:nvSpPr>
          <p:cNvPr id="45" name="Text 42"/>
          <p:cNvSpPr/>
          <p:nvPr/>
        </p:nvSpPr>
        <p:spPr>
          <a:xfrm>
            <a:off x="5334000" y="302701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AB30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457825" y="3027908"/>
            <a:ext cx="226796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35"/>
              </a:lnSpc>
              <a:buNone/>
            </a:pPr>
            <a:r>
              <a:rPr lang="en-US" sz="52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TC-003</a:t>
            </a:r>
            <a:endParaRPr lang="en-US" sz="525" dirty="0"/>
          </a:p>
        </p:txBody>
      </p:sp>
      <p:sp>
        <p:nvSpPr>
          <p:cNvPr id="47" name="Text 44"/>
          <p:cNvSpPr/>
          <p:nvPr/>
        </p:nvSpPr>
        <p:spPr>
          <a:xfrm>
            <a:off x="6267450" y="2705100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800" dirty="0"/>
          </a:p>
        </p:txBody>
      </p:sp>
      <p:pic>
        <p:nvPicPr>
          <p:cNvPr id="48" name="Image 1" descr="/tmp/rasterized-gradient-a34076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522190"/>
            <a:ext cx="952500" cy="685800"/>
          </a:xfrm>
          <a:prstGeom prst="rect">
            <a:avLst/>
          </a:prstGeom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</p:pic>
      <p:sp>
        <p:nvSpPr>
          <p:cNvPr id="49" name="Text 45"/>
          <p:cNvSpPr/>
          <p:nvPr/>
        </p:nvSpPr>
        <p:spPr>
          <a:xfrm>
            <a:off x="6629400" y="2598390"/>
            <a:ext cx="1212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750" dirty="0"/>
          </a:p>
        </p:txBody>
      </p:sp>
      <p:sp>
        <p:nvSpPr>
          <p:cNvPr id="50" name="Text 46"/>
          <p:cNvSpPr/>
          <p:nvPr/>
        </p:nvSpPr>
        <p:spPr>
          <a:xfrm>
            <a:off x="6776889" y="2605088"/>
            <a:ext cx="31590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675" dirty="0"/>
          </a:p>
        </p:txBody>
      </p:sp>
      <p:sp>
        <p:nvSpPr>
          <p:cNvPr id="51" name="Text 47"/>
          <p:cNvSpPr/>
          <p:nvPr/>
        </p:nvSpPr>
        <p:spPr>
          <a:xfrm>
            <a:off x="66294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22C55E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6450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85%</a:t>
            </a:r>
            <a:endParaRPr lang="en-US" sz="750" dirty="0"/>
          </a:p>
        </p:txBody>
      </p:sp>
      <p:sp>
        <p:nvSpPr>
          <p:cNvPr id="53" name="Text 49"/>
          <p:cNvSpPr/>
          <p:nvPr/>
        </p:nvSpPr>
        <p:spPr>
          <a:xfrm>
            <a:off x="66450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375" dirty="0"/>
          </a:p>
        </p:txBody>
      </p:sp>
      <p:sp>
        <p:nvSpPr>
          <p:cNvPr id="54" name="Text 50"/>
          <p:cNvSpPr/>
          <p:nvPr/>
        </p:nvSpPr>
        <p:spPr>
          <a:xfrm>
            <a:off x="7048500" y="2769840"/>
            <a:ext cx="381000" cy="247650"/>
          </a:xfrm>
          <a:prstGeom prst="roundRect">
            <a:avLst>
              <a:gd name="adj" fmla="val 11538"/>
            </a:avLst>
          </a:prstGeom>
          <a:solidFill>
            <a:srgbClr val="EF4444">
              <a:alpha val="1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1"/>
          <p:cNvSpPr/>
          <p:nvPr/>
        </p:nvSpPr>
        <p:spPr>
          <a:xfrm>
            <a:off x="7064121" y="2788890"/>
            <a:ext cx="34975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750" dirty="0"/>
          </a:p>
        </p:txBody>
      </p:sp>
      <p:sp>
        <p:nvSpPr>
          <p:cNvPr id="56" name="Text 52"/>
          <p:cNvSpPr/>
          <p:nvPr/>
        </p:nvSpPr>
        <p:spPr>
          <a:xfrm>
            <a:off x="7064121" y="2931765"/>
            <a:ext cx="34975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25"/>
              </a:lnSpc>
              <a:spcBef>
                <a:spcPts val="75"/>
              </a:spcBef>
              <a:buNone/>
            </a:pPr>
            <a:r>
              <a:rPr lang="en-US" sz="3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</a:t>
            </a:r>
            <a:endParaRPr lang="en-US" sz="375" dirty="0"/>
          </a:p>
        </p:txBody>
      </p:sp>
      <p:sp>
        <p:nvSpPr>
          <p:cNvPr id="57" name="Text 53"/>
          <p:cNvSpPr/>
          <p:nvPr/>
        </p:nvSpPr>
        <p:spPr>
          <a:xfrm>
            <a:off x="6629400" y="3055590"/>
            <a:ext cx="800100" cy="381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2" descr="/tmp/rasterized-gradient-0ce1e8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055590"/>
            <a:ext cx="679996" cy="38100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16287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825" dirty="0"/>
          </a:p>
        </p:txBody>
      </p:sp>
      <p:sp>
        <p:nvSpPr>
          <p:cNvPr id="60" name="Text 55"/>
          <p:cNvSpPr/>
          <p:nvPr/>
        </p:nvSpPr>
        <p:spPr>
          <a:xfrm>
            <a:off x="16287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Excel/CSV</a:t>
            </a:r>
            <a:endParaRPr lang="en-US" sz="675" dirty="0"/>
          </a:p>
        </p:txBody>
      </p:sp>
      <p:sp>
        <p:nvSpPr>
          <p:cNvPr id="61" name="Text 56"/>
          <p:cNvSpPr/>
          <p:nvPr/>
        </p:nvSpPr>
        <p:spPr>
          <a:xfrm>
            <a:off x="2926842" y="3474690"/>
            <a:ext cx="6995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</a:t>
            </a:r>
            <a:endParaRPr lang="en-US" sz="825" dirty="0"/>
          </a:p>
        </p:txBody>
      </p:sp>
      <p:sp>
        <p:nvSpPr>
          <p:cNvPr id="62" name="Text 57"/>
          <p:cNvSpPr/>
          <p:nvPr/>
        </p:nvSpPr>
        <p:spPr>
          <a:xfrm>
            <a:off x="2926842" y="3640336"/>
            <a:ext cx="69951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675" dirty="0"/>
          </a:p>
        </p:txBody>
      </p:sp>
      <p:sp>
        <p:nvSpPr>
          <p:cNvPr id="63" name="Text 58"/>
          <p:cNvSpPr/>
          <p:nvPr/>
        </p:nvSpPr>
        <p:spPr>
          <a:xfrm>
            <a:off x="39528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Table</a:t>
            </a:r>
            <a:endParaRPr lang="en-US" sz="825" dirty="0"/>
          </a:p>
        </p:txBody>
      </p:sp>
      <p:sp>
        <p:nvSpPr>
          <p:cNvPr id="64" name="Text 59"/>
          <p:cNvSpPr/>
          <p:nvPr/>
        </p:nvSpPr>
        <p:spPr>
          <a:xfrm>
            <a:off x="39528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Accessible</a:t>
            </a:r>
            <a:endParaRPr lang="en-US" sz="675" dirty="0"/>
          </a:p>
        </p:txBody>
      </p:sp>
      <p:sp>
        <p:nvSpPr>
          <p:cNvPr id="65" name="Text 60"/>
          <p:cNvSpPr/>
          <p:nvPr/>
        </p:nvSpPr>
        <p:spPr>
          <a:xfrm>
            <a:off x="52482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</a:t>
            </a:r>
            <a:endParaRPr lang="en-US" sz="825" dirty="0"/>
          </a:p>
        </p:txBody>
      </p:sp>
      <p:sp>
        <p:nvSpPr>
          <p:cNvPr id="66" name="Text 61"/>
          <p:cNvSpPr/>
          <p:nvPr/>
        </p:nvSpPr>
        <p:spPr>
          <a:xfrm>
            <a:off x="52482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</a:t>
            </a:r>
            <a:endParaRPr lang="en-US" sz="675" dirty="0"/>
          </a:p>
        </p:txBody>
      </p:sp>
      <p:sp>
        <p:nvSpPr>
          <p:cNvPr id="67" name="Text 62"/>
          <p:cNvSpPr/>
          <p:nvPr/>
        </p:nvSpPr>
        <p:spPr>
          <a:xfrm>
            <a:off x="6543675" y="3474690"/>
            <a:ext cx="97155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Report</a:t>
            </a:r>
            <a:endParaRPr lang="en-US" sz="825" dirty="0"/>
          </a:p>
        </p:txBody>
      </p:sp>
      <p:sp>
        <p:nvSpPr>
          <p:cNvPr id="68" name="Text 63"/>
          <p:cNvSpPr/>
          <p:nvPr/>
        </p:nvSpPr>
        <p:spPr>
          <a:xfrm>
            <a:off x="6543675" y="3640336"/>
            <a:ext cx="9715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675" dirty="0"/>
          </a:p>
        </p:txBody>
      </p:sp>
      <p:sp>
        <p:nvSpPr>
          <p:cNvPr id="69" name="Text 64"/>
          <p:cNvSpPr/>
          <p:nvPr/>
        </p:nvSpPr>
        <p:spPr>
          <a:xfrm>
            <a:off x="285750" y="4762500"/>
            <a:ext cx="18723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Data Management Pipeline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43363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76488"/>
            <a:ext cx="312049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source is the Excel sheet data.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2919413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2862263"/>
            <a:ext cx="52585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same Excel sheet which we use for executing test cases.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71500" y="3405188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19150" y="3348038"/>
            <a:ext cx="587119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sheet or the Excel sheets will be sent to the translator programme.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38125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32410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Translator programme reads the data in the Excel sheet (all the rows and the columns) and creates a replica of that same data in a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790841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a web table through which you can view the data that is in the database. The web table acts as a UI or a mirror of the data in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381000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Details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71500" y="2638425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9150" y="2581275"/>
            <a:ext cx="704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need to add a module in our automation framework to read the data from the database.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71500" y="3200400"/>
            <a:ext cx="95250" cy="95250"/>
          </a:xfrm>
          <a:prstGeom prst="roundRect">
            <a:avLst>
              <a:gd name="adj" fmla="val 96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9150" y="3143250"/>
            <a:ext cx="537540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formulas are directly copied from the Excel sheet to the data table.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DataSourceBox"/>
          <p:cNvSpPr/>
          <p:nvPr/>
        </p:nvSpPr>
        <p:spPr>
          <a:xfrm>
            <a:off x="571500" y="2000250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IconBar1"/>
          <p:cNvSpPr/>
          <p:nvPr/>
        </p:nvSpPr>
        <p:spPr>
          <a:xfrm>
            <a:off x="1085850" y="22288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IconBar2"/>
          <p:cNvSpPr/>
          <p:nvPr/>
        </p:nvSpPr>
        <p:spPr>
          <a:xfrm>
            <a:off x="1085850" y="23431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IconBar3"/>
          <p:cNvSpPr/>
          <p:nvPr/>
        </p:nvSpPr>
        <p:spPr>
          <a:xfrm>
            <a:off x="1085850" y="2457450"/>
            <a:ext cx="5715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DataSourceLabel"/>
          <p:cNvSpPr/>
          <p:nvPr/>
        </p:nvSpPr>
        <p:spPr>
          <a:xfrm>
            <a:off x="571500" y="2686050"/>
            <a:ext cx="1600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CSV/Excel</a:t>
            </a:r>
            <a:endParaRPr lang="en-US" sz="1000" dirty="0"/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8" name="MainLine"/>
          <p:cNvSpPr/>
          <p:nvPr/>
        </p:nvSpPr>
        <p:spPr>
          <a:xfrm>
            <a:off x="2171700" y="25717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Branch1"/>
          <p:cNvSpPr/>
          <p:nvPr/>
        </p:nvSpPr>
        <p:spPr>
          <a:xfrm>
            <a:off x="3086100" y="14859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Branch2"/>
          <p:cNvSpPr/>
          <p:nvPr/>
        </p:nvSpPr>
        <p:spPr>
          <a:xfrm>
            <a:off x="3086100" y="21145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7" name="Branch3"/>
          <p:cNvSpPr/>
          <p:nvPr/>
        </p:nvSpPr>
        <p:spPr>
          <a:xfrm>
            <a:off x="3086100" y="274320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8" name="Branch4"/>
          <p:cNvSpPr/>
          <p:nvPr/>
        </p:nvSpPr>
        <p:spPr>
          <a:xfrm>
            <a:off x="3086100" y="3371850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TestCaseBox"/>
          <p:cNvSpPr/>
          <p:nvPr/>
        </p:nvSpPr>
        <p:spPr>
          <a:xfrm>
            <a:off x="43434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13" name="SheetABox"/>
          <p:cNvSpPr/>
          <p:nvPr/>
        </p:nvSpPr>
        <p:spPr>
          <a:xfrm>
            <a:off x="43434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14" name="SheetBBox"/>
          <p:cNvSpPr/>
          <p:nvPr/>
        </p:nvSpPr>
        <p:spPr>
          <a:xfrm>
            <a:off x="43434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15" name="SheetCBox"/>
          <p:cNvSpPr/>
          <p:nvPr/>
        </p:nvSpPr>
        <p:spPr>
          <a:xfrm>
            <a:off x="43434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16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TestCaseABox"/>
          <p:cNvSpPr/>
          <p:nvPr/>
        </p:nvSpPr>
        <p:spPr>
          <a:xfrm>
            <a:off x="571500" y="12001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 A</a:t>
            </a:r>
            <a:endParaRPr lang="en-US" sz="1200" dirty="0"/>
          </a:p>
        </p:txBody>
      </p:sp>
      <p:sp>
        <p:nvSpPr>
          <p:cNvPr id="4" name="SheetABox"/>
          <p:cNvSpPr/>
          <p:nvPr/>
        </p:nvSpPr>
        <p:spPr>
          <a:xfrm>
            <a:off x="571500" y="18288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A</a:t>
            </a:r>
            <a:endParaRPr lang="en-US" sz="1200" dirty="0"/>
          </a:p>
        </p:txBody>
      </p:sp>
      <p:sp>
        <p:nvSpPr>
          <p:cNvPr id="5" name="SheetBBox"/>
          <p:cNvSpPr/>
          <p:nvPr/>
        </p:nvSpPr>
        <p:spPr>
          <a:xfrm>
            <a:off x="571500" y="245745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B</a:t>
            </a:r>
            <a:endParaRPr lang="en-US" sz="1200" dirty="0"/>
          </a:p>
        </p:txBody>
      </p:sp>
      <p:sp>
        <p:nvSpPr>
          <p:cNvPr id="6" name="SheetCBox"/>
          <p:cNvSpPr/>
          <p:nvPr/>
        </p:nvSpPr>
        <p:spPr>
          <a:xfrm>
            <a:off x="571500" y="3086100"/>
            <a:ext cx="1600200" cy="5715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Sheet C</a:t>
            </a:r>
            <a:endParaRPr lang="en-US" sz="1200" dirty="0"/>
          </a:p>
        </p:txBody>
      </p:sp>
      <p:sp>
        <p:nvSpPr>
          <p:cNvPr id="7" name="Line1"/>
          <p:cNvSpPr/>
          <p:nvPr/>
        </p:nvSpPr>
        <p:spPr>
          <a:xfrm>
            <a:off x="2171700" y="14859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8" name="Line2"/>
          <p:cNvSpPr/>
          <p:nvPr/>
        </p:nvSpPr>
        <p:spPr>
          <a:xfrm>
            <a:off x="2171700" y="21145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Line3"/>
          <p:cNvSpPr/>
          <p:nvPr/>
        </p:nvSpPr>
        <p:spPr>
          <a:xfrm>
            <a:off x="2171700" y="274320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" name="Line4"/>
          <p:cNvSpPr/>
          <p:nvPr/>
        </p:nvSpPr>
        <p:spPr>
          <a:xfrm>
            <a:off x="2171700" y="3371850"/>
            <a:ext cx="914400" cy="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" name="VerticalLine"/>
          <p:cNvSpPr/>
          <p:nvPr/>
        </p:nvSpPr>
        <p:spPr>
          <a:xfrm>
            <a:off x="3086100" y="1485900"/>
            <a:ext cx="0" cy="1885950"/>
          </a:xfrm>
          <a:prstGeom prst="line">
            <a:avLst/>
          </a:prstGeom>
          <a:noFill/>
          <a:ln w="28575">
            <a:solidFill>
              <a:srgbClr val="262677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" name="ArrowToBlock"/>
          <p:cNvSpPr/>
          <p:nvPr/>
        </p:nvSpPr>
        <p:spPr>
          <a:xfrm>
            <a:off x="3086100" y="2428875"/>
            <a:ext cx="11049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" name="DestinationBlock"/>
          <p:cNvSpPr/>
          <p:nvPr/>
        </p:nvSpPr>
        <p:spPr>
          <a:xfrm>
            <a:off x="4343400" y="1857375"/>
            <a:ext cx="16002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Change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Sequence</a:t>
            </a:r>
            <a:endParaRPr lang="en-US" sz="1200" dirty="0"/>
          </a:p>
        </p:txBody>
      </p:sp>
      <p:sp>
        <p:nvSpPr>
          <p:cNvPr id="14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85750" y="285750"/>
            <a:ext cx="49840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6267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Implementation</a:t>
            </a:r>
            <a:endParaRPr lang="en-US" sz="2400" dirty="0"/>
          </a:p>
        </p:txBody>
      </p:sp>
      <p:sp>
        <p:nvSpPr>
          <p:cNvPr id="3" name="Block1"/>
          <p:cNvSpPr/>
          <p:nvPr/>
        </p:nvSpPr>
        <p:spPr>
          <a:xfrm>
            <a:off x="2857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0" name="Block1Bar1"/>
          <p:cNvSpPr/>
          <p:nvPr/>
        </p:nvSpPr>
        <p:spPr>
          <a:xfrm>
            <a:off x="571500" y="1771650"/>
            <a:ext cx="800100" cy="7620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1" name="Block1Bar2"/>
          <p:cNvSpPr/>
          <p:nvPr/>
        </p:nvSpPr>
        <p:spPr>
          <a:xfrm>
            <a:off x="571500" y="1885950"/>
            <a:ext cx="600075" cy="762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2" name="Block1Bar3"/>
          <p:cNvSpPr/>
          <p:nvPr/>
        </p:nvSpPr>
        <p:spPr>
          <a:xfrm>
            <a:off x="571500" y="2000250"/>
            <a:ext cx="457200" cy="762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03" name="Block1Label"/>
          <p:cNvSpPr/>
          <p:nvPr/>
        </p:nvSpPr>
        <p:spPr>
          <a:xfrm>
            <a:off x="2857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Step Change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Sequence</a:t>
            </a:r>
          </a:p>
        </p:txBody>
      </p:sp>
      <p:sp>
        <p:nvSpPr>
          <p:cNvPr id="4" name="Arrow1"/>
          <p:cNvSpPr/>
          <p:nvPr/>
        </p:nvSpPr>
        <p:spPr>
          <a:xfrm>
            <a:off x="16573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5" name="Block2"/>
          <p:cNvSpPr/>
          <p:nvPr/>
        </p:nvSpPr>
        <p:spPr>
          <a:xfrm>
            <a:off x="20383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0" name="Block2Circle1"/>
          <p:cNvSpPr/>
          <p:nvPr/>
        </p:nvSpPr>
        <p:spPr>
          <a:xfrm>
            <a:off x="2247900" y="1771650"/>
            <a:ext cx="152400" cy="1524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1" name="Block2Circle2"/>
          <p:cNvSpPr/>
          <p:nvPr/>
        </p:nvSpPr>
        <p:spPr>
          <a:xfrm>
            <a:off x="2476500" y="1885950"/>
            <a:ext cx="152400" cy="152400"/>
          </a:xfrm>
          <a:prstGeom prst="ellipse">
            <a:avLst/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2" name="Block2Circle3"/>
          <p:cNvSpPr/>
          <p:nvPr/>
        </p:nvSpPr>
        <p:spPr>
          <a:xfrm>
            <a:off x="2705100" y="1771650"/>
            <a:ext cx="152400" cy="152400"/>
          </a:xfrm>
          <a:prstGeom prst="ellipse">
            <a:avLst/>
          </a:prstGeom>
          <a:solidFill>
            <a:srgbClr val="EC4899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3" name="Block2Line1"/>
          <p:cNvSpPr/>
          <p:nvPr/>
        </p:nvSpPr>
        <p:spPr>
          <a:xfrm>
            <a:off x="2400300" y="1847850"/>
            <a:ext cx="152400" cy="114300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4" name="Block2Line2"/>
          <p:cNvSpPr/>
          <p:nvPr/>
        </p:nvSpPr>
        <p:spPr>
          <a:xfrm flipV="1">
            <a:off x="2628900" y="1847850"/>
            <a:ext cx="152400" cy="114300"/>
          </a:xfrm>
          <a:prstGeom prst="line">
            <a:avLst/>
          </a:prstGeom>
          <a:noFill/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15" name="Block2Label"/>
          <p:cNvSpPr/>
          <p:nvPr/>
        </p:nvSpPr>
        <p:spPr>
          <a:xfrm>
            <a:off x="20383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Puppeteer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Middleware</a:t>
            </a:r>
          </a:p>
        </p:txBody>
      </p:sp>
      <p:sp>
        <p:nvSpPr>
          <p:cNvPr id="6" name="Arrow2"/>
          <p:cNvSpPr/>
          <p:nvPr/>
        </p:nvSpPr>
        <p:spPr>
          <a:xfrm>
            <a:off x="34099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7" name="Block3"/>
          <p:cNvSpPr/>
          <p:nvPr/>
        </p:nvSpPr>
        <p:spPr>
          <a:xfrm>
            <a:off x="37909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0" name="Block3Bracket1"/>
          <p:cNvSpPr/>
          <p:nvPr/>
        </p:nvSpPr>
        <p:spPr>
          <a:xfrm>
            <a:off x="4114800" y="1733550"/>
            <a:ext cx="76200" cy="3048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1" name="Block3Bar1"/>
          <p:cNvSpPr/>
          <p:nvPr/>
        </p:nvSpPr>
        <p:spPr>
          <a:xfrm>
            <a:off x="4267200" y="1771650"/>
            <a:ext cx="419100" cy="57150"/>
          </a:xfrm>
          <a:prstGeom prst="roundRect">
            <a:avLst>
              <a:gd name="adj" fmla="val 25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2" name="Block3Bar2"/>
          <p:cNvSpPr/>
          <p:nvPr/>
        </p:nvSpPr>
        <p:spPr>
          <a:xfrm>
            <a:off x="4267200" y="1866900"/>
            <a:ext cx="533400" cy="57150"/>
          </a:xfrm>
          <a:prstGeom prst="roundRect">
            <a:avLst>
              <a:gd name="adj" fmla="val 25000"/>
            </a:avLst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3" name="Block3Bar3"/>
          <p:cNvSpPr/>
          <p:nvPr/>
        </p:nvSpPr>
        <p:spPr>
          <a:xfrm>
            <a:off x="4267200" y="1962150"/>
            <a:ext cx="342900" cy="5715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24" name="Block3Label"/>
          <p:cNvSpPr/>
          <p:nvPr/>
        </p:nvSpPr>
        <p:spPr>
          <a:xfrm>
            <a:off x="37909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Puppeteer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Framework</a:t>
            </a:r>
          </a:p>
        </p:txBody>
      </p:sp>
      <p:sp>
        <p:nvSpPr>
          <p:cNvPr id="8" name="Arrow3"/>
          <p:cNvSpPr/>
          <p:nvPr/>
        </p:nvSpPr>
        <p:spPr>
          <a:xfrm>
            <a:off x="5162550" y="2171700"/>
            <a:ext cx="381000" cy="0"/>
          </a:xfrm>
          <a:prstGeom prst="straightConnector1">
            <a:avLst/>
          </a:prstGeom>
          <a:noFill/>
          <a:ln w="28575">
            <a:solidFill>
              <a:srgbClr val="262677"/>
            </a:solidFill>
            <a:tailEnd type="triangle"/>
          </a:ln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9" name="Block4"/>
          <p:cNvSpPr/>
          <p:nvPr/>
        </p:nvSpPr>
        <p:spPr>
          <a:xfrm>
            <a:off x="55435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30" name="Block4Circle"/>
          <p:cNvSpPr/>
          <p:nvPr/>
        </p:nvSpPr>
        <p:spPr>
          <a:xfrm>
            <a:off x="5981700" y="1733550"/>
            <a:ext cx="304800" cy="3048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Segoe UI" pitchFamily="34" charset="0"/>
              </a:rPr>
              <a:t>►</a:t>
            </a:r>
          </a:p>
        </p:txBody>
      </p:sp>
      <p:sp>
        <p:nvSpPr>
          <p:cNvPr id="131" name="Block4Label"/>
          <p:cNvSpPr/>
          <p:nvPr/>
        </p:nvSpPr>
        <p:spPr>
          <a:xfrm>
            <a:off x="55435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Test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Execution</a:t>
            </a:r>
          </a:p>
        </p:txBody>
      </p:sp>
      <p:sp>
        <p:nvSpPr>
          <p:cNvPr id="10" name="Block5"/>
          <p:cNvSpPr/>
          <p:nvPr/>
        </p:nvSpPr>
        <p:spPr>
          <a:xfrm>
            <a:off x="7296150" y="1600200"/>
            <a:ext cx="1371600" cy="1143000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0" name="Block5Bar1"/>
          <p:cNvSpPr/>
          <p:nvPr/>
        </p:nvSpPr>
        <p:spPr>
          <a:xfrm>
            <a:off x="7600950" y="1924050"/>
            <a:ext cx="114300" cy="1143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1" name="Block5Bar2"/>
          <p:cNvSpPr/>
          <p:nvPr/>
        </p:nvSpPr>
        <p:spPr>
          <a:xfrm>
            <a:off x="7753350" y="1847850"/>
            <a:ext cx="114300" cy="190500"/>
          </a:xfrm>
          <a:prstGeom prst="roundRect">
            <a:avLst>
              <a:gd name="adj" fmla="val 10000"/>
            </a:avLst>
          </a:prstGeom>
          <a:solidFill>
            <a:srgbClr val="262677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2" name="Block5Bar3"/>
          <p:cNvSpPr/>
          <p:nvPr/>
        </p:nvSpPr>
        <p:spPr>
          <a:xfrm>
            <a:off x="7905750" y="1771650"/>
            <a:ext cx="114300" cy="2667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3" name="Block5Bar4"/>
          <p:cNvSpPr/>
          <p:nvPr/>
        </p:nvSpPr>
        <p:spPr>
          <a:xfrm>
            <a:off x="8058150" y="1885950"/>
            <a:ext cx="114300" cy="1524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endParaRPr lang="en-US" dirty="0"/>
          </a:p>
        </p:txBody>
      </p:sp>
      <p:sp>
        <p:nvSpPr>
          <p:cNvPr id="144" name="Block5Label"/>
          <p:cNvSpPr/>
          <p:nvPr/>
        </p:nvSpPr>
        <p:spPr>
          <a:xfrm>
            <a:off x="7296150" y="2228850"/>
            <a:ext cx="1371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Test</a:t>
            </a:r>
          </a:p>
          <a:p>
            <a:pPr marL="0" indent="0" algn="ctr">
              <a:lnSpc>
                <a:spcPts val="1155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</a:rPr>
              <a:t>Report</a:t>
            </a:r>
          </a:p>
        </p:txBody>
      </p:sp>
      <p:sp>
        <p:nvSpPr>
          <p:cNvPr id="11" name="Footer"/>
          <p:cNvSpPr/>
          <p:nvPr/>
        </p:nvSpPr>
        <p:spPr>
          <a:xfrm>
            <a:off x="285750" y="4762500"/>
            <a:ext cx="10044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Data Management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On-screen Show (16:9)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Data Management Workflow</dc:title>
  <dc:subject>PptxGenJS Presentation</dc:subject>
  <dc:creator>Claude</dc:creator>
  <cp:lastModifiedBy>Timothy Rajan Alex</cp:lastModifiedBy>
  <cp:revision>1</cp:revision>
  <dcterms:created xsi:type="dcterms:W3CDTF">2025-12-02T02:30:32Z</dcterms:created>
  <dcterms:modified xsi:type="dcterms:W3CDTF">2025-12-02T02:48:51Z</dcterms:modified>
</cp:coreProperties>
</file>