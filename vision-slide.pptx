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Vision, Five Pillars, Zero Compromise on Quality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we ship, tested by machines — everything we know, remembered by one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38912" y="1965960"/>
            <a:ext cx="2057400" cy="3063240"/>
          </a:xfrm>
          <a:prstGeom prst="roundRect">
            <a:avLst>
              <a:gd name="adj" fmla="val 5333"/>
            </a:avLst>
          </a:prstGeom>
          <a:solidFill>
            <a:srgbClr val="2A357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221992"/>
            <a:ext cx="777240" cy="77724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02C39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400300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0756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0352" y="313639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85216" y="3685032"/>
            <a:ext cx="1764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release, tested on every device — automatically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52344" y="1965960"/>
            <a:ext cx="2057400" cy="3063240"/>
          </a:xfrm>
          <a:prstGeom prst="roundRect">
            <a:avLst>
              <a:gd name="adj" fmla="val 5333"/>
            </a:avLst>
          </a:prstGeom>
          <a:solidFill>
            <a:srgbClr val="2A357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92424" y="2221992"/>
            <a:ext cx="777240" cy="77724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58B4E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732" y="2400300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62072" y="20756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B4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843784" y="313639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ONLINE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898648" y="3685032"/>
            <a:ext cx="1764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critical user journey, guarded by Puppeteer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65776" y="1965960"/>
            <a:ext cx="2057400" cy="3063240"/>
          </a:xfrm>
          <a:prstGeom prst="roundRect">
            <a:avLst>
              <a:gd name="adj" fmla="val 5333"/>
            </a:avLst>
          </a:prstGeom>
          <a:solidFill>
            <a:srgbClr val="2A357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05856" y="2221992"/>
            <a:ext cx="777240" cy="77724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9C84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2400300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75504" y="20756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C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157216" y="313639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212080" y="3685032"/>
            <a:ext cx="1764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validated before the UI ever sees it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379208" y="1965960"/>
            <a:ext cx="2057400" cy="3063240"/>
          </a:xfrm>
          <a:prstGeom prst="roundRect">
            <a:avLst>
              <a:gd name="adj" fmla="val 5333"/>
            </a:avLst>
          </a:prstGeom>
          <a:solidFill>
            <a:srgbClr val="2A357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019288" y="2221992"/>
            <a:ext cx="777240" cy="77724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96167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7596" y="2400300"/>
            <a:ext cx="420624" cy="4206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88936" y="20756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470648" y="313639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MORE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525512" y="3685032"/>
            <a:ext cx="1764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writing, healing and triaging our tests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9692640" y="1965960"/>
            <a:ext cx="2057400" cy="3063240"/>
          </a:xfrm>
          <a:prstGeom prst="roundRect">
            <a:avLst>
              <a:gd name="adj" fmla="val 5333"/>
            </a:avLst>
          </a:prstGeom>
          <a:solidFill>
            <a:srgbClr val="2A357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332720" y="2221992"/>
            <a:ext cx="777240" cy="77724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B48CF2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1028" y="2400300"/>
            <a:ext cx="420624" cy="42062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802368" y="20756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8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784080" y="313639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BANK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9838944" y="3685032"/>
            <a:ext cx="1764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lesson learned, never lost — one brain for all testing knowledge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FY-end: faster releases, fewer escapes, and a test capability that compounds.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548640" y="6172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8FA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STRATEGY  ·  FY 2026-27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2026-07-20T00:04:41Z</dcterms:created>
  <dcterms:modified xsi:type="dcterms:W3CDTF">2026-07-20T00:04:41Z</dcterms:modified>
</cp:coreProperties>
</file>